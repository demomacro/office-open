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2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76250" y="285750"/>
            <a:ext cx="3810000" cy="571500"/>
          </a:xfrm>
          <a:solidFill>
            <a:srgbClr val="4472C4"/>
          </a:solidFill>
        </p:spPr>
        <p:txBody>
          <a:bodyPr/>
          <a:lstStyle/>
          <a:p>
            <a:pPr>
              <a:buNone/>
            </a:pPr>
            <a:r>
              <a:t>Table Demo</a:t>
            </a:r>
            <a:endParaRPr lang="en-US"/>
          </a:p>
        </p:txBody>
      </p:sp>
      <p:graphicFrame>
        <p:nvGraphicFramePr>
          <p:cNvPr id="1024" name="Table 1024"/>
          <p:cNvGraphicFramePr>
            <a:graphicFrameLocks noGrp="1"/>
          </p:cNvGraphicFramePr>
          <p:nvPr/>
        </p:nvGraphicFramePr>
        <p:xfrm>
          <a:off x="476250" y="1143000"/>
          <a:ext cx="6000000" cy="1463040"/>
        </p:xfrm>
        <a:graphic>
          <a:graphicData uri="http://schemas.openxmlformats.org/drawingml/2006/table">
            <a:tbl>
              <a:tblPr firstRow="1" bandRow="1"/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t>Name</a:t>
                      </a:r>
                      <a:endParaRPr lang="en-US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Age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City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Alice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Beijing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Bob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Shanghai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Charlie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Shenzhen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5" name="Table 1025"/>
          <p:cNvGraphicFramePr>
            <a:graphicFrameLocks noGrp="1"/>
          </p:cNvGraphicFramePr>
          <p:nvPr/>
        </p:nvGraphicFramePr>
        <p:xfrm>
          <a:off x="952500" y="762000"/>
          <a:ext cx="4762500" cy="1905000"/>
        </p:xfrm>
        <a:graphic>
          <a:graphicData uri="http://schemas.openxmlformats.org/drawingml/2006/table">
            <a:tbl>
              <a:tblPr/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t>Header 1</a:t>
                      </a:r>
                      <a:endParaRPr lang="en-US"/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Header 2</a:t>
                      </a:r>
                      <a:endParaRPr lang="en-US"/>
                    </a:p>
                  </a:txBody>
                  <a:tcPr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C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全屏显示(4:3)</PresentationFormat>
  <Paragraphs>19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3 Demo</dc:title>
  <dc:creator>Demo</dc:creator>
  <cp:lastModifiedBy>Demo Macro</cp:lastModifiedBy>
  <cp:revision>1</cp:revision>
  <dcterms:created xsi:type="dcterms:W3CDTF">2026-05-02T11:02:02Z</dcterms:created>
  <dcterms:modified xsi:type="dcterms:W3CDTF">2026-05-02T11:14:18Z</dcterms:modified>
</cp:coreProperties>
</file>